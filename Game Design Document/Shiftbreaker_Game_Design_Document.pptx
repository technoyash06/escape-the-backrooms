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C3F"/>
    <a:srgbClr val="A12F45"/>
    <a:srgbClr val="651E2B"/>
    <a:srgbClr val="3B242C"/>
    <a:srgbClr val="852739"/>
    <a:srgbClr val="18242A"/>
    <a:srgbClr val="0C5557"/>
    <a:srgbClr val="6D4352"/>
    <a:srgbClr val="0B6E73"/>
    <a:srgbClr val="0F6D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bu Bansal" userId="f54b180f52924305" providerId="LiveId" clId="{37B0C9AD-CB6F-451E-96BB-63220A847E27}"/>
    <pc:docChg chg="undo redo custSel addSld delSld modSld modMainMaster">
      <pc:chgData name="Khushbu Bansal" userId="f54b180f52924305" providerId="LiveId" clId="{37B0C9AD-CB6F-451E-96BB-63220A847E27}" dt="2026-09-10T11:04:48.625" v="1290"/>
      <pc:docMkLst>
        <pc:docMk/>
      </pc:docMkLst>
      <pc:sldChg chg="modSp mod modTransition setBg">
        <pc:chgData name="Khushbu Bansal" userId="f54b180f52924305" providerId="LiveId" clId="{37B0C9AD-CB6F-451E-96BB-63220A847E27}" dt="2026-09-07T12:39:25.337" v="1205"/>
        <pc:sldMkLst>
          <pc:docMk/>
          <pc:sldMk cId="695474427" sldId="256"/>
        </pc:sldMkLst>
        <pc:spChg chg="mod">
          <ac:chgData name="Khushbu Bansal" userId="f54b180f52924305" providerId="LiveId" clId="{37B0C9AD-CB6F-451E-96BB-63220A847E27}" dt="2026-09-07T12:36:34.939" v="1155" actId="20577"/>
          <ac:spMkLst>
            <pc:docMk/>
            <pc:sldMk cId="695474427" sldId="256"/>
            <ac:spMk id="7" creationId="{7B3187B2-B308-4187-BC22-988F51242EEB}"/>
          </ac:spMkLst>
        </pc:spChg>
        <pc:spChg chg="mod">
          <ac:chgData name="Khushbu Bansal" userId="f54b180f52924305" providerId="LiveId" clId="{37B0C9AD-CB6F-451E-96BB-63220A847E27}" dt="2026-09-07T12:36:51.161" v="1171" actId="20577"/>
          <ac:spMkLst>
            <pc:docMk/>
            <pc:sldMk cId="695474427" sldId="256"/>
            <ac:spMk id="8" creationId="{02AEA048-1D5F-45E0-85FE-A79D3E3B2506}"/>
          </ac:spMkLst>
        </pc:spChg>
        <pc:spChg chg="mod">
          <ac:chgData name="Khushbu Bansal" userId="f54b180f52924305" providerId="LiveId" clId="{37B0C9AD-CB6F-451E-96BB-63220A847E27}" dt="2026-09-07T12:37:02.920" v="1174" actId="207"/>
          <ac:spMkLst>
            <pc:docMk/>
            <pc:sldMk cId="695474427" sldId="256"/>
            <ac:spMk id="9" creationId="{2D0E20AE-E25B-4D0A-8BF0-135330B2C289}"/>
          </ac:spMkLst>
        </pc:spChg>
      </pc:sldChg>
      <pc:sldChg chg="modSp del mod setBg">
        <pc:chgData name="Khushbu Bansal" userId="f54b180f52924305" providerId="LiveId" clId="{37B0C9AD-CB6F-451E-96BB-63220A847E27}" dt="2026-09-07T12:01:26.723" v="112" actId="47"/>
        <pc:sldMkLst>
          <pc:docMk/>
          <pc:sldMk cId="59263080" sldId="257"/>
        </pc:sldMkLst>
      </pc:sldChg>
      <pc:sldChg chg="addSp delSp modSp mod modTransition setBg">
        <pc:chgData name="Khushbu Bansal" userId="f54b180f52924305" providerId="LiveId" clId="{37B0C9AD-CB6F-451E-96BB-63220A847E27}" dt="2026-09-07T12:40:32.679" v="1216" actId="478"/>
        <pc:sldMkLst>
          <pc:docMk/>
          <pc:sldMk cId="1983822008" sldId="258"/>
        </pc:sldMkLst>
        <pc:spChg chg="add del mod">
          <ac:chgData name="Khushbu Bansal" userId="f54b180f52924305" providerId="LiveId" clId="{37B0C9AD-CB6F-451E-96BB-63220A847E27}" dt="2026-09-07T12:25:41.453" v="1019" actId="1076"/>
          <ac:spMkLst>
            <pc:docMk/>
            <pc:sldMk cId="1983822008" sldId="258"/>
            <ac:spMk id="2" creationId="{8E615EA0-11D4-47E2-9066-35EDEDF12035}"/>
          </ac:spMkLst>
        </pc:spChg>
        <pc:spChg chg="add del mod">
          <ac:chgData name="Khushbu Bansal" userId="f54b180f52924305" providerId="LiveId" clId="{37B0C9AD-CB6F-451E-96BB-63220A847E27}" dt="2026-09-07T12:25:21.048" v="1013" actId="255"/>
          <ac:spMkLst>
            <pc:docMk/>
            <pc:sldMk cId="1983822008" sldId="258"/>
            <ac:spMk id="4" creationId="{F0B27D5F-B730-43FF-86F8-B2BDB7EAD9AF}"/>
          </ac:spMkLst>
        </pc:spChg>
        <pc:spChg chg="add del mod">
          <ac:chgData name="Khushbu Bansal" userId="f54b180f52924305" providerId="LiveId" clId="{37B0C9AD-CB6F-451E-96BB-63220A847E27}" dt="2026-09-07T12:25:32.477" v="1016" actId="1076"/>
          <ac:spMkLst>
            <pc:docMk/>
            <pc:sldMk cId="1983822008" sldId="258"/>
            <ac:spMk id="5" creationId="{D4387209-8344-4C14-A0A2-ED92D21BC0E1}"/>
          </ac:spMkLst>
        </pc:spChg>
        <pc:spChg chg="add del mod">
          <ac:chgData name="Khushbu Bansal" userId="f54b180f52924305" providerId="LiveId" clId="{37B0C9AD-CB6F-451E-96BB-63220A847E27}" dt="2026-09-07T12:25:45.878" v="1020" actId="1076"/>
          <ac:spMkLst>
            <pc:docMk/>
            <pc:sldMk cId="1983822008" sldId="258"/>
            <ac:spMk id="6" creationId="{B882157A-95D6-4BFE-8F81-9CA76B514810}"/>
          </ac:spMkLst>
        </pc:spChg>
        <pc:spChg chg="add del mod">
          <ac:chgData name="Khushbu Bansal" userId="f54b180f52924305" providerId="LiveId" clId="{37B0C9AD-CB6F-451E-96BB-63220A847E27}" dt="2026-09-07T12:25:49.609" v="1021" actId="1076"/>
          <ac:spMkLst>
            <pc:docMk/>
            <pc:sldMk cId="1983822008" sldId="258"/>
            <ac:spMk id="7" creationId="{68076451-11F5-43C1-9577-A778706AD759}"/>
          </ac:spMkLst>
        </pc:spChg>
        <pc:spChg chg="add del mod">
          <ac:chgData name="Khushbu Bansal" userId="f54b180f52924305" providerId="LiveId" clId="{37B0C9AD-CB6F-451E-96BB-63220A847E27}" dt="2026-09-07T12:10:29.169" v="424"/>
          <ac:spMkLst>
            <pc:docMk/>
            <pc:sldMk cId="1983822008" sldId="258"/>
            <ac:spMk id="9" creationId="{17D8AF2A-C0AC-4B80-84B6-593CC7C96EB6}"/>
          </ac:spMkLst>
        </pc:spChg>
        <pc:spChg chg="add del mod">
          <ac:chgData name="Khushbu Bansal" userId="f54b180f52924305" providerId="LiveId" clId="{37B0C9AD-CB6F-451E-96BB-63220A847E27}" dt="2026-09-07T12:24:47.113" v="947" actId="255"/>
          <ac:spMkLst>
            <pc:docMk/>
            <pc:sldMk cId="1983822008" sldId="258"/>
            <ac:spMk id="16" creationId="{3B85AC31-F456-25F0-5660-18B411EC51DC}"/>
          </ac:spMkLst>
        </pc:spChg>
      </pc:sldChg>
      <pc:sldChg chg="delSp modSp mod modTransition setBg">
        <pc:chgData name="Khushbu Bansal" userId="f54b180f52924305" providerId="LiveId" clId="{37B0C9AD-CB6F-451E-96BB-63220A847E27}" dt="2026-09-07T12:40:27.491" v="1215" actId="478"/>
        <pc:sldMkLst>
          <pc:docMk/>
          <pc:sldMk cId="210583794" sldId="259"/>
        </pc:sldMkLst>
        <pc:spChg chg="mod">
          <ac:chgData name="Khushbu Bansal" userId="f54b180f52924305" providerId="LiveId" clId="{37B0C9AD-CB6F-451E-96BB-63220A847E27}" dt="2026-09-07T12:10:39.445" v="492" actId="27636"/>
          <ac:spMkLst>
            <pc:docMk/>
            <pc:sldMk cId="210583794" sldId="259"/>
            <ac:spMk id="5" creationId="{25183810-9BC5-40E5-9C70-2C814AB4A42A}"/>
          </ac:spMkLst>
        </pc:spChg>
        <pc:spChg chg="mod">
          <ac:chgData name="Khushbu Bansal" userId="f54b180f52924305" providerId="LiveId" clId="{37B0C9AD-CB6F-451E-96BB-63220A847E27}" dt="2026-09-07T12:10:39.455" v="494" actId="27636"/>
          <ac:spMkLst>
            <pc:docMk/>
            <pc:sldMk cId="210583794" sldId="259"/>
            <ac:spMk id="8" creationId="{B1B7A582-F057-481E-8043-8318EFA470F0}"/>
          </ac:spMkLst>
        </pc:spChg>
        <pc:spChg chg="mod">
          <ac:chgData name="Khushbu Bansal" userId="f54b180f52924305" providerId="LiveId" clId="{37B0C9AD-CB6F-451E-96BB-63220A847E27}" dt="2026-09-07T12:10:39.459" v="495" actId="27636"/>
          <ac:spMkLst>
            <pc:docMk/>
            <pc:sldMk cId="210583794" sldId="259"/>
            <ac:spMk id="11" creationId="{93BDD35A-A19A-4A19-87A9-1B0035747573}"/>
          </ac:spMkLst>
        </pc:spChg>
        <pc:spChg chg="mod">
          <ac:chgData name="Khushbu Bansal" userId="f54b180f52924305" providerId="LiveId" clId="{37B0C9AD-CB6F-451E-96BB-63220A847E27}" dt="2026-09-07T12:27:41.983" v="1024" actId="207"/>
          <ac:spMkLst>
            <pc:docMk/>
            <pc:sldMk cId="210583794" sldId="259"/>
            <ac:spMk id="13" creationId="{5220B284-46AB-430D-8F0F-F4252048B095}"/>
          </ac:spMkLst>
        </pc:spChg>
        <pc:spChg chg="mod">
          <ac:chgData name="Khushbu Bansal" userId="f54b180f52924305" providerId="LiveId" clId="{37B0C9AD-CB6F-451E-96BB-63220A847E27}" dt="2026-09-07T12:37:21.051" v="1178" actId="1076"/>
          <ac:spMkLst>
            <pc:docMk/>
            <pc:sldMk cId="210583794" sldId="259"/>
            <ac:spMk id="16" creationId="{4F829E06-7AB3-4BD9-9756-BA7E6AA70DE7}"/>
          </ac:spMkLst>
        </pc:spChg>
      </pc:sldChg>
      <pc:sldChg chg="delSp modSp mod modTransition setBg">
        <pc:chgData name="Khushbu Bansal" userId="f54b180f52924305" providerId="LiveId" clId="{37B0C9AD-CB6F-451E-96BB-63220A847E27}" dt="2026-09-09T10:09:22.938" v="1228"/>
        <pc:sldMkLst>
          <pc:docMk/>
          <pc:sldMk cId="5119733" sldId="260"/>
        </pc:sldMkLst>
        <pc:spChg chg="mod">
          <ac:chgData name="Khushbu Bansal" userId="f54b180f52924305" providerId="LiveId" clId="{37B0C9AD-CB6F-451E-96BB-63220A847E27}" dt="2026-09-07T12:30:49.180" v="1045" actId="207"/>
          <ac:spMkLst>
            <pc:docMk/>
            <pc:sldMk cId="5119733" sldId="260"/>
            <ac:spMk id="4" creationId="{057CA6FB-C2B7-4666-A3B6-95924C3D9DEE}"/>
          </ac:spMkLst>
        </pc:spChg>
        <pc:spChg chg="mod">
          <ac:chgData name="Khushbu Bansal" userId="f54b180f52924305" providerId="LiveId" clId="{37B0C9AD-CB6F-451E-96BB-63220A847E27}" dt="2026-09-07T11:50:20.152" v="50" actId="27636"/>
          <ac:spMkLst>
            <pc:docMk/>
            <pc:sldMk cId="5119733" sldId="260"/>
            <ac:spMk id="5" creationId="{192B6487-3892-4B57-98CD-EA0B745BA1A0}"/>
          </ac:spMkLst>
        </pc:spChg>
        <pc:spChg chg="mod">
          <ac:chgData name="Khushbu Bansal" userId="f54b180f52924305" providerId="LiveId" clId="{37B0C9AD-CB6F-451E-96BB-63220A847E27}" dt="2026-09-07T12:28:28.236" v="1028" actId="207"/>
          <ac:spMkLst>
            <pc:docMk/>
            <pc:sldMk cId="5119733" sldId="260"/>
            <ac:spMk id="8" creationId="{661C44F0-6AEA-45D5-A967-EBB7755E218C}"/>
          </ac:spMkLst>
        </pc:spChg>
        <pc:spChg chg="mod">
          <ac:chgData name="Khushbu Bansal" userId="f54b180f52924305" providerId="LiveId" clId="{37B0C9AD-CB6F-451E-96BB-63220A847E27}" dt="2026-09-07T11:50:20.219" v="63" actId="27636"/>
          <ac:spMkLst>
            <pc:docMk/>
            <pc:sldMk cId="5119733" sldId="260"/>
            <ac:spMk id="9" creationId="{03DE4A0C-3579-44CE-82FE-D89E020CE4AF}"/>
          </ac:spMkLst>
        </pc:spChg>
        <pc:spChg chg="mod">
          <ac:chgData name="Khushbu Bansal" userId="f54b180f52924305" providerId="LiveId" clId="{37B0C9AD-CB6F-451E-96BB-63220A847E27}" dt="2026-09-07T12:28:47.527" v="1030" actId="27636"/>
          <ac:spMkLst>
            <pc:docMk/>
            <pc:sldMk cId="5119733" sldId="260"/>
            <ac:spMk id="12" creationId="{0771A8F2-597F-4308-8425-DD236EC1F851}"/>
          </ac:spMkLst>
        </pc:spChg>
        <pc:spChg chg="mod">
          <ac:chgData name="Khushbu Bansal" userId="f54b180f52924305" providerId="LiveId" clId="{37B0C9AD-CB6F-451E-96BB-63220A847E27}" dt="2026-09-07T11:50:20.168" v="54" actId="27636"/>
          <ac:spMkLst>
            <pc:docMk/>
            <pc:sldMk cId="5119733" sldId="260"/>
            <ac:spMk id="13" creationId="{09A6B2B8-6019-4601-B625-F0ECD710D7E3}"/>
          </ac:spMkLst>
        </pc:spChg>
        <pc:spChg chg="mod">
          <ac:chgData name="Khushbu Bansal" userId="f54b180f52924305" providerId="LiveId" clId="{37B0C9AD-CB6F-451E-96BB-63220A847E27}" dt="2026-09-07T12:29:06.048" v="1032" actId="27636"/>
          <ac:spMkLst>
            <pc:docMk/>
            <pc:sldMk cId="5119733" sldId="260"/>
            <ac:spMk id="16" creationId="{E1AA425C-058E-4454-8935-BC78FE5B0C6B}"/>
          </ac:spMkLst>
        </pc:spChg>
        <pc:spChg chg="mod">
          <ac:chgData name="Khushbu Bansal" userId="f54b180f52924305" providerId="LiveId" clId="{37B0C9AD-CB6F-451E-96BB-63220A847E27}" dt="2026-09-07T11:50:20.152" v="51" actId="27636"/>
          <ac:spMkLst>
            <pc:docMk/>
            <pc:sldMk cId="5119733" sldId="260"/>
            <ac:spMk id="17" creationId="{5D3FD440-D469-4FD0-AF10-B464AF64F316}"/>
          </ac:spMkLst>
        </pc:spChg>
        <pc:spChg chg="mod">
          <ac:chgData name="Khushbu Bansal" userId="f54b180f52924305" providerId="LiveId" clId="{37B0C9AD-CB6F-451E-96BB-63220A847E27}" dt="2026-09-07T12:30:25.829" v="1041" actId="207"/>
          <ac:spMkLst>
            <pc:docMk/>
            <pc:sldMk cId="5119733" sldId="260"/>
            <ac:spMk id="20" creationId="{64FB2BC9-7F0A-4721-97DA-72F25F885BC2}"/>
          </ac:spMkLst>
        </pc:spChg>
        <pc:spChg chg="mod">
          <ac:chgData name="Khushbu Bansal" userId="f54b180f52924305" providerId="LiveId" clId="{37B0C9AD-CB6F-451E-96BB-63220A847E27}" dt="2026-09-07T11:50:20.212" v="62" actId="27636"/>
          <ac:spMkLst>
            <pc:docMk/>
            <pc:sldMk cId="5119733" sldId="260"/>
            <ac:spMk id="21" creationId="{042EBB07-5389-4836-AE0F-64C20A59C9F2}"/>
          </ac:spMkLst>
        </pc:spChg>
        <pc:spChg chg="mod">
          <ac:chgData name="Khushbu Bansal" userId="f54b180f52924305" providerId="LiveId" clId="{37B0C9AD-CB6F-451E-96BB-63220A847E27}" dt="2026-09-07T12:29:56.531" v="1038" actId="207"/>
          <ac:spMkLst>
            <pc:docMk/>
            <pc:sldMk cId="5119733" sldId="260"/>
            <ac:spMk id="24" creationId="{E6D07990-8981-4408-B221-63E30DB58979}"/>
          </ac:spMkLst>
        </pc:spChg>
        <pc:spChg chg="mod">
          <ac:chgData name="Khushbu Bansal" userId="f54b180f52924305" providerId="LiveId" clId="{37B0C9AD-CB6F-451E-96BB-63220A847E27}" dt="2026-09-07T11:50:20.201" v="60" actId="27636"/>
          <ac:spMkLst>
            <pc:docMk/>
            <pc:sldMk cId="5119733" sldId="260"/>
            <ac:spMk id="25" creationId="{AF7A9FA5-B22C-4505-AB9D-C8FB5AC8988A}"/>
          </ac:spMkLst>
        </pc:spChg>
        <pc:spChg chg="mod">
          <ac:chgData name="Khushbu Bansal" userId="f54b180f52924305" providerId="LiveId" clId="{37B0C9AD-CB6F-451E-96BB-63220A847E27}" dt="2026-09-07T12:30:01.236" v="1040" actId="1076"/>
          <ac:spMkLst>
            <pc:docMk/>
            <pc:sldMk cId="5119733" sldId="260"/>
            <ac:spMk id="26" creationId="{ED0584B1-B39F-4860-B48C-AAF8C1A0C073}"/>
          </ac:spMkLst>
        </pc:spChg>
        <pc:spChg chg="mod">
          <ac:chgData name="Khushbu Bansal" userId="f54b180f52924305" providerId="LiveId" clId="{37B0C9AD-CB6F-451E-96BB-63220A847E27}" dt="2026-09-07T12:37:42.218" v="1182" actId="1076"/>
          <ac:spMkLst>
            <pc:docMk/>
            <pc:sldMk cId="5119733" sldId="260"/>
            <ac:spMk id="30" creationId="{B465AC48-58D7-4566-AEAB-C7E6D2E0881E}"/>
          </ac:spMkLst>
        </pc:spChg>
      </pc:sldChg>
      <pc:sldChg chg="delSp modSp mod modTransition setBg">
        <pc:chgData name="Khushbu Bansal" userId="f54b180f52924305" providerId="LiveId" clId="{37B0C9AD-CB6F-451E-96BB-63220A847E27}" dt="2026-09-09T10:09:27.957" v="1229"/>
        <pc:sldMkLst>
          <pc:docMk/>
          <pc:sldMk cId="372413237" sldId="261"/>
        </pc:sldMkLst>
        <pc:spChg chg="mod">
          <ac:chgData name="Khushbu Bansal" userId="f54b180f52924305" providerId="LiveId" clId="{37B0C9AD-CB6F-451E-96BB-63220A847E27}" dt="2026-09-07T12:32:41.339" v="1070" actId="27636"/>
          <ac:spMkLst>
            <pc:docMk/>
            <pc:sldMk cId="372413237" sldId="261"/>
            <ac:spMk id="5" creationId="{CE3EF485-AF5D-4C31-8E40-99924731CE93}"/>
          </ac:spMkLst>
        </pc:spChg>
        <pc:spChg chg="mod">
          <ac:chgData name="Khushbu Bansal" userId="f54b180f52924305" providerId="LiveId" clId="{37B0C9AD-CB6F-451E-96BB-63220A847E27}" dt="2026-09-07T12:32:41.329" v="1068" actId="27636"/>
          <ac:spMkLst>
            <pc:docMk/>
            <pc:sldMk cId="372413237" sldId="261"/>
            <ac:spMk id="8" creationId="{06E1F112-DE23-4415-AE51-582E4AC908A8}"/>
          </ac:spMkLst>
        </pc:spChg>
        <pc:spChg chg="mod">
          <ac:chgData name="Khushbu Bansal" userId="f54b180f52924305" providerId="LiveId" clId="{37B0C9AD-CB6F-451E-96BB-63220A847E27}" dt="2026-09-07T12:32:41.321" v="1066" actId="27636"/>
          <ac:spMkLst>
            <pc:docMk/>
            <pc:sldMk cId="372413237" sldId="261"/>
            <ac:spMk id="11" creationId="{3F91EF50-09B4-421A-BB91-A882F505EF23}"/>
          </ac:spMkLst>
        </pc:spChg>
        <pc:spChg chg="mod">
          <ac:chgData name="Khushbu Bansal" userId="f54b180f52924305" providerId="LiveId" clId="{37B0C9AD-CB6F-451E-96BB-63220A847E27}" dt="2026-09-07T12:32:41.339" v="1069" actId="27636"/>
          <ac:spMkLst>
            <pc:docMk/>
            <pc:sldMk cId="372413237" sldId="261"/>
            <ac:spMk id="14" creationId="{B909865F-3952-457D-9448-D0BC16880A4A}"/>
          </ac:spMkLst>
        </pc:spChg>
        <pc:spChg chg="mod">
          <ac:chgData name="Khushbu Bansal" userId="f54b180f52924305" providerId="LiveId" clId="{37B0C9AD-CB6F-451E-96BB-63220A847E27}" dt="2026-09-07T12:32:41.351" v="1071" actId="27636"/>
          <ac:spMkLst>
            <pc:docMk/>
            <pc:sldMk cId="372413237" sldId="261"/>
            <ac:spMk id="17" creationId="{BB9EEA78-5A6B-48D7-A70C-36BAFDCB28F4}"/>
          </ac:spMkLst>
        </pc:spChg>
        <pc:spChg chg="mod">
          <ac:chgData name="Khushbu Bansal" userId="f54b180f52924305" providerId="LiveId" clId="{37B0C9AD-CB6F-451E-96BB-63220A847E27}" dt="2026-09-07T12:37:57.077" v="1186" actId="1076"/>
          <ac:spMkLst>
            <pc:docMk/>
            <pc:sldMk cId="372413237" sldId="261"/>
            <ac:spMk id="21" creationId="{279CE7FA-332A-422E-8D92-2647230431DD}"/>
          </ac:spMkLst>
        </pc:spChg>
      </pc:sldChg>
      <pc:sldChg chg="delSp modSp mod modTransition setBg">
        <pc:chgData name="Khushbu Bansal" userId="f54b180f52924305" providerId="LiveId" clId="{37B0C9AD-CB6F-451E-96BB-63220A847E27}" dt="2026-09-09T10:09:30.555" v="1230"/>
        <pc:sldMkLst>
          <pc:docMk/>
          <pc:sldMk cId="2042256094" sldId="262"/>
        </pc:sldMkLst>
        <pc:spChg chg="mod">
          <ac:chgData name="Khushbu Bansal" userId="f54b180f52924305" providerId="LiveId" clId="{37B0C9AD-CB6F-451E-96BB-63220A847E27}" dt="2026-09-07T12:39:09.642" v="1202" actId="27636"/>
          <ac:spMkLst>
            <pc:docMk/>
            <pc:sldMk cId="2042256094" sldId="262"/>
            <ac:spMk id="6" creationId="{FBF517FC-6BCD-40A2-83A2-E9EE6945890C}"/>
          </ac:spMkLst>
        </pc:spChg>
        <pc:spChg chg="mod">
          <ac:chgData name="Khushbu Bansal" userId="f54b180f52924305" providerId="LiveId" clId="{37B0C9AD-CB6F-451E-96BB-63220A847E27}" dt="2026-09-07T12:39:09.642" v="1201" actId="27636"/>
          <ac:spMkLst>
            <pc:docMk/>
            <pc:sldMk cId="2042256094" sldId="262"/>
            <ac:spMk id="10" creationId="{0906869C-20B6-4BFF-BF33-868F71BE0DDB}"/>
          </ac:spMkLst>
        </pc:spChg>
        <pc:spChg chg="mod">
          <ac:chgData name="Khushbu Bansal" userId="f54b180f52924305" providerId="LiveId" clId="{37B0C9AD-CB6F-451E-96BB-63220A847E27}" dt="2026-09-07T12:39:09.651" v="1203" actId="27636"/>
          <ac:spMkLst>
            <pc:docMk/>
            <pc:sldMk cId="2042256094" sldId="262"/>
            <ac:spMk id="14" creationId="{F5B62057-3A4D-41FC-92BB-1A74B7D7D29B}"/>
          </ac:spMkLst>
        </pc:spChg>
        <pc:spChg chg="mod">
          <ac:chgData name="Khushbu Bansal" userId="f54b180f52924305" providerId="LiveId" clId="{37B0C9AD-CB6F-451E-96BB-63220A847E27}" dt="2026-09-07T12:39:09.652" v="1204" actId="27636"/>
          <ac:spMkLst>
            <pc:docMk/>
            <pc:sldMk cId="2042256094" sldId="262"/>
            <ac:spMk id="17" creationId="{7B846948-358A-492A-A881-6F1E14D424F9}"/>
          </ac:spMkLst>
        </pc:spChg>
        <pc:spChg chg="mod">
          <ac:chgData name="Khushbu Bansal" userId="f54b180f52924305" providerId="LiveId" clId="{37B0C9AD-CB6F-451E-96BB-63220A847E27}" dt="2026-09-07T12:38:24.608" v="1190" actId="1076"/>
          <ac:spMkLst>
            <pc:docMk/>
            <pc:sldMk cId="2042256094" sldId="262"/>
            <ac:spMk id="21" creationId="{DA1019C3-1644-4D72-87FE-058578A24718}"/>
          </ac:spMkLst>
        </pc:spChg>
      </pc:sldChg>
      <pc:sldChg chg="delSp modSp mod modTransition setBg">
        <pc:chgData name="Khushbu Bansal" userId="f54b180f52924305" providerId="LiveId" clId="{37B0C9AD-CB6F-451E-96BB-63220A847E27}" dt="2026-09-09T10:09:34.312" v="1231"/>
        <pc:sldMkLst>
          <pc:docMk/>
          <pc:sldMk cId="1853787651" sldId="263"/>
        </pc:sldMkLst>
        <pc:spChg chg="mod">
          <ac:chgData name="Khushbu Bansal" userId="f54b180f52924305" providerId="LiveId" clId="{37B0C9AD-CB6F-451E-96BB-63220A847E27}" dt="2026-09-07T12:32:41.419" v="1078" actId="27636"/>
          <ac:spMkLst>
            <pc:docMk/>
            <pc:sldMk cId="1853787651" sldId="263"/>
            <ac:spMk id="5" creationId="{3CCB9E0A-FA7C-4C2E-BC99-23FBBBDBF4E7}"/>
          </ac:spMkLst>
        </pc:spChg>
        <pc:spChg chg="mod">
          <ac:chgData name="Khushbu Bansal" userId="f54b180f52924305" providerId="LiveId" clId="{37B0C9AD-CB6F-451E-96BB-63220A847E27}" dt="2026-09-07T11:50:20.449" v="78" actId="27636"/>
          <ac:spMkLst>
            <pc:docMk/>
            <pc:sldMk cId="1853787651" sldId="263"/>
            <ac:spMk id="6" creationId="{F0FAA139-BB07-4EE7-96CD-06F693825772}"/>
          </ac:spMkLst>
        </pc:spChg>
        <pc:spChg chg="mod">
          <ac:chgData name="Khushbu Bansal" userId="f54b180f52924305" providerId="LiveId" clId="{37B0C9AD-CB6F-451E-96BB-63220A847E27}" dt="2026-09-07T12:32:41.430" v="1079" actId="27636"/>
          <ac:spMkLst>
            <pc:docMk/>
            <pc:sldMk cId="1853787651" sldId="263"/>
            <ac:spMk id="8" creationId="{3C07F832-0229-43CC-A0C0-3B9C1F4AACF7}"/>
          </ac:spMkLst>
        </pc:spChg>
        <pc:spChg chg="mod">
          <ac:chgData name="Khushbu Bansal" userId="f54b180f52924305" providerId="LiveId" clId="{37B0C9AD-CB6F-451E-96BB-63220A847E27}" dt="2026-09-07T12:38:40.203" v="1194" actId="1076"/>
          <ac:spMkLst>
            <pc:docMk/>
            <pc:sldMk cId="1853787651" sldId="263"/>
            <ac:spMk id="12" creationId="{1D42579C-B2DB-49F2-B85E-0909BB642898}"/>
          </ac:spMkLst>
        </pc:spChg>
      </pc:sldChg>
      <pc:sldChg chg="delSp modSp mod modTransition setBg">
        <pc:chgData name="Khushbu Bansal" userId="f54b180f52924305" providerId="LiveId" clId="{37B0C9AD-CB6F-451E-96BB-63220A847E27}" dt="2026-09-09T10:09:46.523" v="1232"/>
        <pc:sldMkLst>
          <pc:docMk/>
          <pc:sldMk cId="1559956373" sldId="264"/>
        </pc:sldMkLst>
        <pc:spChg chg="mod">
          <ac:chgData name="Khushbu Bansal" userId="f54b180f52924305" providerId="LiveId" clId="{37B0C9AD-CB6F-451E-96BB-63220A847E27}" dt="2026-09-07T12:34:53.158" v="1135" actId="207"/>
          <ac:spMkLst>
            <pc:docMk/>
            <pc:sldMk cId="1559956373" sldId="264"/>
            <ac:spMk id="4" creationId="{11BC3374-244D-4C78-98A0-2BFD5B8147E2}"/>
          </ac:spMkLst>
        </pc:spChg>
        <pc:spChg chg="mod">
          <ac:chgData name="Khushbu Bansal" userId="f54b180f52924305" providerId="LiveId" clId="{37B0C9AD-CB6F-451E-96BB-63220A847E27}" dt="2026-09-07T12:34:59.597" v="1136" actId="207"/>
          <ac:spMkLst>
            <pc:docMk/>
            <pc:sldMk cId="1559956373" sldId="264"/>
            <ac:spMk id="5" creationId="{36AF7689-5E7E-4E38-8719-7EC6B096DE7B}"/>
          </ac:spMkLst>
        </pc:spChg>
        <pc:spChg chg="mod">
          <ac:chgData name="Khushbu Bansal" userId="f54b180f52924305" providerId="LiveId" clId="{37B0C9AD-CB6F-451E-96BB-63220A847E27}" dt="2026-09-07T12:38:53.619" v="1198" actId="1076"/>
          <ac:spMkLst>
            <pc:docMk/>
            <pc:sldMk cId="1559956373" sldId="264"/>
            <ac:spMk id="10" creationId="{1365B25A-EB17-4E2D-96FA-7274F5BA5FB9}"/>
          </ac:spMkLst>
        </pc:spChg>
        <pc:graphicFrameChg chg="mod modGraphic">
          <ac:chgData name="Khushbu Bansal" userId="f54b180f52924305" providerId="LiveId" clId="{37B0C9AD-CB6F-451E-96BB-63220A847E27}" dt="2026-09-07T12:34:32.242" v="1129"/>
          <ac:graphicFrameMkLst>
            <pc:docMk/>
            <pc:sldMk cId="1559956373" sldId="264"/>
            <ac:graphicFrameMk id="15" creationId="{00000000-0000-0000-0000-000000000000}"/>
          </ac:graphicFrameMkLst>
        </pc:graphicFrameChg>
      </pc:sldChg>
      <pc:sldChg chg="addSp delSp modSp new add del mod">
        <pc:chgData name="Khushbu Bansal" userId="f54b180f52924305" providerId="LiveId" clId="{37B0C9AD-CB6F-451E-96BB-63220A847E27}" dt="2026-09-07T12:10:56.385" v="500" actId="47"/>
        <pc:sldMkLst>
          <pc:docMk/>
          <pc:sldMk cId="3562173987" sldId="265"/>
        </pc:sldMkLst>
      </pc:sldChg>
      <pc:sldChg chg="addSp delSp modSp new mod modTransition">
        <pc:chgData name="Khushbu Bansal" userId="f54b180f52924305" providerId="LiveId" clId="{37B0C9AD-CB6F-451E-96BB-63220A847E27}" dt="2026-09-10T11:04:48.625" v="1290"/>
        <pc:sldMkLst>
          <pc:docMk/>
          <pc:sldMk cId="3900741727" sldId="265"/>
        </pc:sldMkLst>
        <pc:spChg chg="add del mod">
          <ac:chgData name="Khushbu Bansal" userId="f54b180f52924305" providerId="LiveId" clId="{37B0C9AD-CB6F-451E-96BB-63220A847E27}" dt="2026-09-09T16:01:38.486" v="1278"/>
          <ac:spMkLst>
            <pc:docMk/>
            <pc:sldMk cId="3900741727" sldId="265"/>
            <ac:spMk id="2" creationId="{EFABABDB-5281-2D4B-3B85-DDEB7145C2C2}"/>
          </ac:spMkLst>
        </pc:spChg>
        <pc:spChg chg="add mod">
          <ac:chgData name="Khushbu Bansal" userId="f54b180f52924305" providerId="LiveId" clId="{37B0C9AD-CB6F-451E-96BB-63220A847E27}" dt="2026-09-10T11:03:49.635" v="1285" actId="1076"/>
          <ac:spMkLst>
            <pc:docMk/>
            <pc:sldMk cId="3900741727" sldId="265"/>
            <ac:spMk id="3" creationId="{A9455451-4104-E651-6C4C-115BFCCED7FC}"/>
          </ac:spMkLst>
        </pc:spChg>
        <pc:spChg chg="add mod">
          <ac:chgData name="Khushbu Bansal" userId="f54b180f52924305" providerId="LiveId" clId="{37B0C9AD-CB6F-451E-96BB-63220A847E27}" dt="2026-09-10T11:04:11.349" v="1288" actId="207"/>
          <ac:spMkLst>
            <pc:docMk/>
            <pc:sldMk cId="3900741727" sldId="265"/>
            <ac:spMk id="5" creationId="{200FBEDC-85AC-6ED4-FA4B-75E0E41720EB}"/>
          </ac:spMkLst>
        </pc:spChg>
      </pc:sldChg>
      <pc:sldMasterChg chg="setBg modSldLayout">
        <pc:chgData name="Khushbu Bansal" userId="f54b180f52924305" providerId="LiveId" clId="{37B0C9AD-CB6F-451E-96BB-63220A847E27}" dt="2026-09-07T12:06:05.946" v="327"/>
        <pc:sldMasterMkLst>
          <pc:docMk/>
          <pc:sldMasterMk cId="0" sldId="2147483648"/>
        </pc:sldMasterMkLst>
        <pc:sldLayoutChg chg="setBg">
          <pc:chgData name="Khushbu Bansal" userId="f54b180f52924305" providerId="LiveId" clId="{37B0C9AD-CB6F-451E-96BB-63220A847E27}" dt="2026-09-07T12:06:05.946" v="32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Images: local screenshots supplied by the student during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gradFill flip="none" rotWithShape="1">
          <a:gsLst>
            <a:gs pos="100000">
              <a:srgbClr val="651E2B"/>
            </a:gs>
            <a:gs pos="75000">
              <a:srgbClr val="3B242C"/>
            </a:gs>
            <a:gs pos="50000">
              <a:srgbClr val="18242A"/>
            </a:gs>
            <a:gs pos="25000">
              <a:srgbClr val="0C5557"/>
            </a:gs>
            <a:gs pos="0">
              <a:srgbClr val="063C3F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hetechgamer.itch.io/escape-the-backroom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5CC7F7-77D0-4CB5-BD32-118151F1A5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5277D3-92F3-40D6-A3F2-C158C3094BF1}"/>
              </a:ext>
            </a:extLst>
          </p:cNvPr>
          <p:cNvSpPr>
            <a:spLocks noGrp="1"/>
          </p:cNvSpPr>
          <p:nvPr/>
        </p:nvSpPr>
        <p:spPr>
          <a:xfrm>
            <a:off x="704850" y="1047750"/>
            <a:ext cx="57150" cy="2857500"/>
          </a:xfrm>
          <a:prstGeom prst="rect">
            <a:avLst/>
          </a:prstGeom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8B5ED-B792-4273-BBC0-63AE54D6ABE3}"/>
              </a:ext>
            </a:extLst>
          </p:cNvPr>
          <p:cNvSpPr>
            <a:spLocks noGrp="1"/>
          </p:cNvSpPr>
          <p:nvPr/>
        </p:nvSpPr>
        <p:spPr>
          <a:xfrm>
            <a:off x="1009650" y="1190625"/>
            <a:ext cx="8763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350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SHIFTBREAKER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A145C-D6DC-4F11-858D-8DDED97C8621}"/>
              </a:ext>
            </a:extLst>
          </p:cNvPr>
          <p:cNvSpPr>
            <a:spLocks noGrp="1"/>
          </p:cNvSpPr>
          <p:nvPr/>
        </p:nvSpPr>
        <p:spPr>
          <a:xfrm>
            <a:off x="1047750" y="1981200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8EF8FF"/>
                </a:solidFill>
                <a:latin typeface="Arial"/>
                <a:ea typeface="Arial"/>
                <a:cs typeface="Arial"/>
              </a:rPr>
              <a:t>GAME DESIGN DOCUMENT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5E8FB8-BE63-4391-A797-C3AD541432DB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6477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2025" b="0" i="0" dirty="0">
                <a:solidFill>
                  <a:srgbClr val="F3FEFF"/>
                </a:solidFill>
                <a:latin typeface="Arial"/>
                <a:ea typeface="Arial"/>
                <a:cs typeface="Arial"/>
              </a:rPr>
              <a:t>A 2D momentum puzzle platformer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3187B2-B308-4187-BC22-988F51242EEB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Participant</a:t>
            </a:r>
            <a:r>
              <a:rPr lang="en-US" sz="135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: Yash Gupta</a:t>
            </a:r>
            <a:endParaRPr sz="1350" b="0" i="0" dirty="0">
              <a:solidFill>
                <a:srgbClr val="B6D7D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AEA048-1D5F-45E0-85FE-A79D3E3B2506}"/>
              </a:ext>
            </a:extLst>
          </p:cNvPr>
          <p:cNvSpPr>
            <a:spLocks noGrp="1"/>
          </p:cNvSpPr>
          <p:nvPr/>
        </p:nvSpPr>
        <p:spPr>
          <a:xfrm>
            <a:off x="1047750" y="50577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Age: 9</a:t>
            </a:r>
            <a:endParaRPr sz="1350" b="0" i="0" dirty="0">
              <a:solidFill>
                <a:srgbClr val="B6D7D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E20AE-E25B-4D0A-8BF0-135330B2C289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500" lnSpcReduction="10000"/>
          </a:bodyPr>
          <a:lstStyle/>
          <a:p>
            <a:pPr>
              <a:defRPr sz="1125" b="0" i="0">
                <a:solidFill>
                  <a:srgbClr val="FFE080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Game Design Competition Submission</a:t>
            </a:r>
          </a:p>
        </p:txBody>
      </p:sp>
    </p:spTree>
    <p:extLst>
      <p:ext uri="{BB962C8B-B14F-4D97-AF65-F5344CB8AC3E}">
        <p14:creationId xmlns:p14="http://schemas.microsoft.com/office/powerpoint/2010/main" val="69547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615EA0-11D4-47E2-9066-35EDEDF12035}"/>
              </a:ext>
            </a:extLst>
          </p:cNvPr>
          <p:cNvSpPr>
            <a:spLocks noGrp="1"/>
          </p:cNvSpPr>
          <p:nvPr/>
        </p:nvSpPr>
        <p:spPr>
          <a:xfrm>
            <a:off x="164688" y="1198472"/>
            <a:ext cx="8344483" cy="51639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latin typeface="Arial"/>
                <a:ea typeface="Arial"/>
                <a:cs typeface="Arial"/>
              </a:rPr>
              <a:t>A platformer built around choosing the right form at the right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03645-505D-41C8-BB42-FEBC9354B95D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B27D5F-B730-43FF-86F8-B2BDB7EAD9AF}"/>
              </a:ext>
            </a:extLst>
          </p:cNvPr>
          <p:cNvSpPr>
            <a:spLocks noGrp="1"/>
          </p:cNvSpPr>
          <p:nvPr/>
        </p:nvSpPr>
        <p:spPr>
          <a:xfrm>
            <a:off x="164688" y="2063555"/>
            <a:ext cx="6183561" cy="549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The player controls the last Shifter while escaping the Null Engine.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387209-8344-4C14-A0A2-ED92D21BC0E1}"/>
              </a:ext>
            </a:extLst>
          </p:cNvPr>
          <p:cNvSpPr>
            <a:spLocks noGrp="1"/>
          </p:cNvSpPr>
          <p:nvPr/>
        </p:nvSpPr>
        <p:spPr>
          <a:xfrm>
            <a:off x="164688" y="2813415"/>
            <a:ext cx="6355327" cy="39506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Experience goal: make platforming feel like a puzzle instead of a test of button speed.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82157A-95D6-4BFE-8F81-9CA76B514810}"/>
              </a:ext>
            </a:extLst>
          </p:cNvPr>
          <p:cNvSpPr>
            <a:spLocks noGrp="1"/>
          </p:cNvSpPr>
          <p:nvPr/>
        </p:nvSpPr>
        <p:spPr>
          <a:xfrm>
            <a:off x="164688" y="3968212"/>
            <a:ext cx="6355327" cy="39506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The game teaches its rules through short challenges and clear visual clues.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76451-11F5-43C1-9577-A778706AD759}"/>
              </a:ext>
            </a:extLst>
          </p:cNvPr>
          <p:cNvSpPr>
            <a:spLocks noGrp="1"/>
          </p:cNvSpPr>
          <p:nvPr/>
        </p:nvSpPr>
        <p:spPr>
          <a:xfrm>
            <a:off x="164688" y="4748071"/>
            <a:ext cx="6355327" cy="39506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Players learn to preserve momentum while transforming, which creates satisfying combinations.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27488" r="27488"/>
          <a:stretch>
            <a:fillRect/>
          </a:stretch>
        </p:blipFill>
        <p:spPr>
          <a:xfrm>
            <a:off x="8305800" y="1485900"/>
            <a:ext cx="3200400" cy="4000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D8AF2A-C0AC-4B80-84B6-593CC7C96EB6}"/>
              </a:ext>
            </a:extLst>
          </p:cNvPr>
          <p:cNvSpPr>
            <a:spLocks noGrp="1"/>
          </p:cNvSpPr>
          <p:nvPr/>
        </p:nvSpPr>
        <p:spPr>
          <a:xfrm>
            <a:off x="8305800" y="5667375"/>
            <a:ext cx="3200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583" lnSpcReduction="10000"/>
          </a:bodyPr>
          <a:lstStyle/>
          <a:p>
            <a:pPr>
              <a:defRPr sz="1200" b="0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EF8FF"/>
                </a:solidFill>
                <a:latin typeface="Arial"/>
                <a:ea typeface="Arial"/>
                <a:cs typeface="Arial"/>
              </a:rPr>
              <a:t>The world combines overgrown ruins with the red Null Engine.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85AC31-F456-25F0-5660-18B411EC51DC}"/>
              </a:ext>
            </a:extLst>
          </p:cNvPr>
          <p:cNvSpPr txBox="1"/>
          <p:nvPr/>
        </p:nvSpPr>
        <p:spPr>
          <a:xfrm>
            <a:off x="723900" y="275303"/>
            <a:ext cx="76742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chemeClr val="bg2">
                        <a:lumMod val="25000"/>
                      </a:schemeClr>
                    </a:gs>
                    <a:gs pos="25000">
                      <a:srgbClr val="0B6E73"/>
                    </a:gs>
                    <a:gs pos="0">
                      <a:srgbClr val="0F6D6F"/>
                    </a:gs>
                  </a:gsLst>
                  <a:lin ang="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Game Design</a:t>
            </a:r>
          </a:p>
        </p:txBody>
      </p:sp>
    </p:spTree>
    <p:extLst>
      <p:ext uri="{BB962C8B-B14F-4D97-AF65-F5344CB8AC3E}">
        <p14:creationId xmlns:p14="http://schemas.microsoft.com/office/powerpoint/2010/main" val="1983822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F829E06-7AB3-4BD9-9756-BA7E6AA70DE7}"/>
              </a:ext>
            </a:extLst>
          </p:cNvPr>
          <p:cNvSpPr>
            <a:spLocks noGrp="1"/>
          </p:cNvSpPr>
          <p:nvPr/>
        </p:nvSpPr>
        <p:spPr>
          <a:xfrm>
            <a:off x="2933700" y="309563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Gameplay 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D0DA9B-AA95-4929-9EEA-6EA3DA3015C5}"/>
              </a:ext>
            </a:extLst>
          </p:cNvPr>
          <p:cNvSpPr>
            <a:spLocks noGrp="1"/>
          </p:cNvSpPr>
          <p:nvPr/>
        </p:nvSpPr>
        <p:spPr>
          <a:xfrm>
            <a:off x="704850" y="9048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Three forms create the platforming choices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921B07-27FC-4684-9F0F-458CFD0D751A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ln w="0">
            <a:noFill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85900" y="1635919"/>
            <a:ext cx="1809750" cy="13573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183810-9BC5-40E5-9C70-2C814AB4A42A}"/>
              </a:ext>
            </a:extLst>
          </p:cNvPr>
          <p:cNvSpPr>
            <a:spLocks noGrp="1"/>
          </p:cNvSpPr>
          <p:nvPr/>
        </p:nvSpPr>
        <p:spPr>
          <a:xfrm>
            <a:off x="742950" y="3429000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809" lnSpcReduction="20000"/>
          </a:bodyPr>
          <a:lstStyle/>
          <a:p>
            <a:pPr>
              <a:defRPr sz="2025" b="1" i="0">
                <a:solidFill>
                  <a:srgbClr val="44A9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4A9FF"/>
                </a:solidFill>
                <a:latin typeface="Arial"/>
                <a:ea typeface="Arial"/>
                <a:cs typeface="Arial"/>
              </a:rPr>
              <a:t>SWIFT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226EB9-A99A-402A-90C6-0434B0E7CAC9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Fast movement, dash, and double jump. Builds momentum for Impact and Soar Shifts.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91100" y="1635919"/>
            <a:ext cx="1809750" cy="13573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B7A582-F057-481E-8043-8318EFA470F0}"/>
              </a:ext>
            </a:extLst>
          </p:cNvPr>
          <p:cNvSpPr>
            <a:spLocks noGrp="1"/>
          </p:cNvSpPr>
          <p:nvPr/>
        </p:nvSpPr>
        <p:spPr>
          <a:xfrm>
            <a:off x="4248150" y="3429000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809" lnSpcReduction="20000"/>
          </a:bodyPr>
          <a:lstStyle/>
          <a:p>
            <a:pPr>
              <a:defRPr sz="2025" b="1" i="0">
                <a:solidFill>
                  <a:srgbClr val="63ED9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63ED9B"/>
                </a:solidFill>
                <a:latin typeface="Arial"/>
                <a:ea typeface="Arial"/>
                <a:cs typeface="Arial"/>
              </a:rPr>
              <a:t>TITAN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0F921F-311D-4AA5-86D6-C8E515678CF2}"/>
              </a:ext>
            </a:extLst>
          </p:cNvPr>
          <p:cNvSpPr>
            <a:spLocks noGrp="1"/>
          </p:cNvSpPr>
          <p:nvPr/>
        </p:nvSpPr>
        <p:spPr>
          <a:xfrm>
            <a:off x="4419600" y="3943350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Breaks barriers, holds pressure plates, and performs a Ground Slam.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93956" y="1504950"/>
            <a:ext cx="1214438" cy="16192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BDD35A-A19A-4A19-87A9-1B0035747573}"/>
              </a:ext>
            </a:extLst>
          </p:cNvPr>
          <p:cNvSpPr>
            <a:spLocks noGrp="1"/>
          </p:cNvSpPr>
          <p:nvPr/>
        </p:nvSpPr>
        <p:spPr>
          <a:xfrm>
            <a:off x="7753350" y="3429000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809" lnSpcReduction="20000"/>
          </a:bodyPr>
          <a:lstStyle/>
          <a:p>
            <a:pPr>
              <a:defRPr sz="2025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EF8FF"/>
                </a:solidFill>
                <a:latin typeface="Arial"/>
                <a:ea typeface="Arial"/>
                <a:cs typeface="Arial"/>
              </a:rPr>
              <a:t>SKY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5F3D7F-2A19-4CEC-9E68-BC80B5D7CAE5}"/>
              </a:ext>
            </a:extLst>
          </p:cNvPr>
          <p:cNvSpPr>
            <a:spLocks noGrp="1"/>
          </p:cNvSpPr>
          <p:nvPr/>
        </p:nvSpPr>
        <p:spPr>
          <a:xfrm>
            <a:off x="7924800" y="3943350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Glides, flies upward, and uses Air Pulse to control machine hazards.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20B284-46AB-430D-8F0F-F4252048B095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 i="0">
                <a:solidFill>
                  <a:srgbClr val="FFE080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Signature combinations: Swift to Titan = Impact Shift   |   Swift to Sky = Soar Shift   |   Sky to Titan = Meteor Shift</a:t>
            </a:r>
          </a:p>
        </p:txBody>
      </p:sp>
    </p:spTree>
    <p:extLst>
      <p:ext uri="{BB962C8B-B14F-4D97-AF65-F5344CB8AC3E}">
        <p14:creationId xmlns:p14="http://schemas.microsoft.com/office/powerpoint/2010/main" val="21058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465AC48-58D7-4566-AEAB-C7E6D2E0881E}"/>
              </a:ext>
            </a:extLst>
          </p:cNvPr>
          <p:cNvSpPr>
            <a:spLocks noGrp="1"/>
          </p:cNvSpPr>
          <p:nvPr/>
        </p:nvSpPr>
        <p:spPr>
          <a:xfrm>
            <a:off x="3202858" y="36195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Six-Level Progression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C0B76F-B080-4772-98EB-3B5B0154F8CD}"/>
              </a:ext>
            </a:extLst>
          </p:cNvPr>
          <p:cNvSpPr>
            <a:spLocks noGrp="1"/>
          </p:cNvSpPr>
          <p:nvPr/>
        </p:nvSpPr>
        <p:spPr>
          <a:xfrm>
            <a:off x="704850" y="9048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Each level introduces a different reason to transform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8CF4A2-6AFD-44AE-A8FD-B359B2E50DD2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CA6FB-C2B7-4666-A3B6-95924C3D9DEE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814" lnSpcReduction="10000"/>
          </a:bodyPr>
          <a:lstStyle/>
          <a:p>
            <a:pPr>
              <a:defRPr sz="2550" b="1" i="0">
                <a:solidFill>
                  <a:srgbClr val="38E6D8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063C3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2B6487-3892-4B57-98CD-EA0B745BA1A0}"/>
              </a:ext>
            </a:extLst>
          </p:cNvPr>
          <p:cNvSpPr>
            <a:spLocks noGrp="1"/>
          </p:cNvSpPr>
          <p:nvPr/>
        </p:nvSpPr>
        <p:spPr>
          <a:xfrm>
            <a:off x="1524000" y="1638300"/>
            <a:ext cx="3905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36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Awakening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AEAFE8-4977-4D37-AA60-7150CC6A1245}"/>
              </a:ext>
            </a:extLst>
          </p:cNvPr>
          <p:cNvSpPr>
            <a:spLocks noGrp="1"/>
          </p:cNvSpPr>
          <p:nvPr/>
        </p:nvSpPr>
        <p:spPr>
          <a:xfrm>
            <a:off x="1524000" y="202882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B6D7DD"/>
                </a:solidFill>
                <a:latin typeface="Arial"/>
                <a:ea typeface="Arial"/>
                <a:cs typeface="Arial"/>
              </a:rPr>
              <a:t>Learn forms and break the first wall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20DAA3-A190-4758-8C69-C4A7A107A206}"/>
              </a:ext>
            </a:extLst>
          </p:cNvPr>
          <p:cNvSpPr>
            <a:spLocks noGrp="1"/>
          </p:cNvSpPr>
          <p:nvPr/>
        </p:nvSpPr>
        <p:spPr>
          <a:xfrm>
            <a:off x="1524000" y="2571750"/>
            <a:ext cx="4095750" cy="9525"/>
          </a:xfrm>
          <a:prstGeom prst="rect">
            <a:avLst/>
          </a:prstGeom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1C44F0-6AEA-45D5-A967-EBB7755E218C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814" lnSpcReduction="10000"/>
          </a:bodyPr>
          <a:lstStyle/>
          <a:p>
            <a:pPr>
              <a:defRPr sz="2550" b="1" i="0">
                <a:solidFill>
                  <a:srgbClr val="38E6D8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0C55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DE4A0C-3579-44CE-82FE-D89E020CE4AF}"/>
              </a:ext>
            </a:extLst>
          </p:cNvPr>
          <p:cNvSpPr>
            <a:spLocks noGrp="1"/>
          </p:cNvSpPr>
          <p:nvPr/>
        </p:nvSpPr>
        <p:spPr>
          <a:xfrm>
            <a:off x="7000875" y="1638300"/>
            <a:ext cx="3905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36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Overgrowth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C2CE21-1ADE-43C4-A798-0B3ACA008FF9}"/>
              </a:ext>
            </a:extLst>
          </p:cNvPr>
          <p:cNvSpPr>
            <a:spLocks noGrp="1"/>
          </p:cNvSpPr>
          <p:nvPr/>
        </p:nvSpPr>
        <p:spPr>
          <a:xfrm>
            <a:off x="7000875" y="202882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Cross the Soar Ravine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77FB08-572D-4B41-A319-E268698DC7D5}"/>
              </a:ext>
            </a:extLst>
          </p:cNvPr>
          <p:cNvSpPr>
            <a:spLocks noGrp="1"/>
          </p:cNvSpPr>
          <p:nvPr/>
        </p:nvSpPr>
        <p:spPr>
          <a:xfrm>
            <a:off x="7000875" y="2571750"/>
            <a:ext cx="4095750" cy="9525"/>
          </a:xfrm>
          <a:prstGeom prst="rect">
            <a:avLst/>
          </a:prstGeom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71A8F2-597F-4308-8425-DD236EC1F851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814" lnSpcReduction="10000"/>
          </a:bodyPr>
          <a:lstStyle/>
          <a:p>
            <a:pPr>
              <a:defRPr sz="2550" b="1" i="0">
                <a:solidFill>
                  <a:srgbClr val="38E6D8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1824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A6B2B8-6019-4601-B625-F0ECD710D7E3}"/>
              </a:ext>
            </a:extLst>
          </p:cNvPr>
          <p:cNvSpPr>
            <a:spLocks noGrp="1"/>
          </p:cNvSpPr>
          <p:nvPr/>
        </p:nvSpPr>
        <p:spPr>
          <a:xfrm>
            <a:off x="1524000" y="3019425"/>
            <a:ext cx="3905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36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The Ruins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3C3FE9-4754-40FE-8CCC-920A5F8ADE05}"/>
              </a:ext>
            </a:extLst>
          </p:cNvPr>
          <p:cNvSpPr>
            <a:spLocks noGrp="1"/>
          </p:cNvSpPr>
          <p:nvPr/>
        </p:nvSpPr>
        <p:spPr>
          <a:xfrm>
            <a:off x="1524000" y="340995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Collect three Energy Cores and restore the lift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EF0BAE-ECD9-406C-BD5A-75AB6E4A58BD}"/>
              </a:ext>
            </a:extLst>
          </p:cNvPr>
          <p:cNvSpPr>
            <a:spLocks noGrp="1"/>
          </p:cNvSpPr>
          <p:nvPr/>
        </p:nvSpPr>
        <p:spPr>
          <a:xfrm>
            <a:off x="1524000" y="3952875"/>
            <a:ext cx="4095750" cy="9525"/>
          </a:xfrm>
          <a:prstGeom prst="rect">
            <a:avLst/>
          </a:prstGeom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AA425C-058E-4454-8935-BC78FE5B0C6B}"/>
              </a:ext>
            </a:extLst>
          </p:cNvPr>
          <p:cNvSpPr>
            <a:spLocks noGrp="1"/>
          </p:cNvSpPr>
          <p:nvPr/>
        </p:nvSpPr>
        <p:spPr>
          <a:xfrm>
            <a:off x="6334125" y="300037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814" lnSpcReduction="10000"/>
          </a:bodyPr>
          <a:lstStyle/>
          <a:p>
            <a:pPr>
              <a:defRPr sz="2550" b="1" i="0">
                <a:solidFill>
                  <a:srgbClr val="F15B70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3B24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3FD440-D469-4FD0-AF10-B464AF64F316}"/>
              </a:ext>
            </a:extLst>
          </p:cNvPr>
          <p:cNvSpPr>
            <a:spLocks noGrp="1"/>
          </p:cNvSpPr>
          <p:nvPr/>
        </p:nvSpPr>
        <p:spPr>
          <a:xfrm>
            <a:off x="7000875" y="3019425"/>
            <a:ext cx="3905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36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Shattered Machine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FEE34-B12D-434D-8B0C-965D24AEFBD8}"/>
              </a:ext>
            </a:extLst>
          </p:cNvPr>
          <p:cNvSpPr>
            <a:spLocks noGrp="1"/>
          </p:cNvSpPr>
          <p:nvPr/>
        </p:nvSpPr>
        <p:spPr>
          <a:xfrm>
            <a:off x="7000875" y="340995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Disable lasers and time machine hazards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A3C914-D45D-4C8B-AFDD-1C9819502813}"/>
              </a:ext>
            </a:extLst>
          </p:cNvPr>
          <p:cNvSpPr>
            <a:spLocks noGrp="1"/>
          </p:cNvSpPr>
          <p:nvPr/>
        </p:nvSpPr>
        <p:spPr>
          <a:xfrm>
            <a:off x="7000875" y="3952875"/>
            <a:ext cx="4095750" cy="9525"/>
          </a:xfrm>
          <a:prstGeom prst="rect">
            <a:avLst/>
          </a:prstGeom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B2BC9-7F0A-4721-97DA-72F25F885BC2}"/>
              </a:ext>
            </a:extLst>
          </p:cNvPr>
          <p:cNvSpPr>
            <a:spLocks noGrp="1"/>
          </p:cNvSpPr>
          <p:nvPr/>
        </p:nvSpPr>
        <p:spPr>
          <a:xfrm>
            <a:off x="866775" y="44005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814" lnSpcReduction="10000"/>
          </a:bodyPr>
          <a:lstStyle/>
          <a:p>
            <a:pPr>
              <a:defRPr sz="2550" b="1" i="0">
                <a:solidFill>
                  <a:srgbClr val="F15B70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A12F4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2EBB07-5389-4836-AE0F-64C20A59C9F2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3905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36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The Null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85A262-1EB8-46E5-A0D4-CCD3BC164CFA}"/>
              </a:ext>
            </a:extLst>
          </p:cNvPr>
          <p:cNvSpPr>
            <a:spLocks noGrp="1"/>
          </p:cNvSpPr>
          <p:nvPr/>
        </p:nvSpPr>
        <p:spPr>
          <a:xfrm>
            <a:off x="1524000" y="4791075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Wake, trick, and fight the copying enemy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4B4CC2-0EB1-429C-9C1D-13358E81FD0B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4095750" cy="9525"/>
          </a:xfrm>
          <a:prstGeom prst="rect">
            <a:avLst/>
          </a:prstGeom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07990-8981-4408-B221-63E30DB58979}"/>
              </a:ext>
            </a:extLst>
          </p:cNvPr>
          <p:cNvSpPr>
            <a:spLocks noGrp="1"/>
          </p:cNvSpPr>
          <p:nvPr/>
        </p:nvSpPr>
        <p:spPr>
          <a:xfrm>
            <a:off x="6334125" y="4381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814" lnSpcReduction="10000"/>
          </a:bodyPr>
          <a:lstStyle/>
          <a:p>
            <a:pPr>
              <a:defRPr sz="2550" b="1" i="0">
                <a:solidFill>
                  <a:srgbClr val="F15B70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651E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7A9FA5-B22C-4505-AB9D-C8FB5AC8988A}"/>
              </a:ext>
            </a:extLst>
          </p:cNvPr>
          <p:cNvSpPr>
            <a:spLocks noGrp="1"/>
          </p:cNvSpPr>
          <p:nvPr/>
        </p:nvSpPr>
        <p:spPr>
          <a:xfrm>
            <a:off x="7000875" y="4400550"/>
            <a:ext cx="3905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36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The Core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0584B1-B39F-4860-B48C-AAF8C1A0C073}"/>
              </a:ext>
            </a:extLst>
          </p:cNvPr>
          <p:cNvSpPr>
            <a:spLocks noGrp="1"/>
          </p:cNvSpPr>
          <p:nvPr/>
        </p:nvSpPr>
        <p:spPr>
          <a:xfrm>
            <a:off x="7000875" y="4755126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Break the Core Barrier and defeat the stabilizers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89F766-FD81-4542-B6BA-20F218741F08}"/>
              </a:ext>
            </a:extLst>
          </p:cNvPr>
          <p:cNvSpPr>
            <a:spLocks noGrp="1"/>
          </p:cNvSpPr>
          <p:nvPr/>
        </p:nvSpPr>
        <p:spPr>
          <a:xfrm>
            <a:off x="7000875" y="5334000"/>
            <a:ext cx="4095750" cy="9525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511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79CE7FA-332A-422E-8D92-2647230431DD}"/>
              </a:ext>
            </a:extLst>
          </p:cNvPr>
          <p:cNvSpPr>
            <a:spLocks noGrp="1"/>
          </p:cNvSpPr>
          <p:nvPr/>
        </p:nvSpPr>
        <p:spPr>
          <a:xfrm>
            <a:off x="3448664" y="43815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Key Design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6F8283-ABFD-4AA6-AEA7-3E4F6B83B0E8}"/>
              </a:ext>
            </a:extLst>
          </p:cNvPr>
          <p:cNvSpPr>
            <a:spLocks noGrp="1"/>
          </p:cNvSpPr>
          <p:nvPr/>
        </p:nvSpPr>
        <p:spPr>
          <a:xfrm>
            <a:off x="704850" y="9048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Decisions that keep the game understandable and challenging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368F8-921B-48D5-90C6-DEF912765E88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EF485-AF5D-4C31-8E40-99924731CE93}"/>
              </a:ext>
            </a:extLst>
          </p:cNvPr>
          <p:cNvSpPr>
            <a:spLocks noGrp="1"/>
          </p:cNvSpPr>
          <p:nvPr/>
        </p:nvSpPr>
        <p:spPr>
          <a:xfrm>
            <a:off x="1524000" y="15621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F3FEFF"/>
                </a:solidFill>
                <a:latin typeface="Arial"/>
                <a:ea typeface="Arial"/>
                <a:cs typeface="Arial"/>
              </a:rPr>
              <a:t>Momentum shifts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DD0968-2123-43A4-A1C9-36347D03FC8E}"/>
              </a:ext>
            </a:extLst>
          </p:cNvPr>
          <p:cNvSpPr>
            <a:spLocks noGrp="1"/>
          </p:cNvSpPr>
          <p:nvPr/>
        </p:nvSpPr>
        <p:spPr>
          <a:xfrm>
            <a:off x="1524000" y="1885950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Transformations keep movement speed, so players can solve obstacles with timing.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E1F112-DE23-4415-AE51-582E4AC908A8}"/>
              </a:ext>
            </a:extLst>
          </p:cNvPr>
          <p:cNvSpPr>
            <a:spLocks noGrp="1"/>
          </p:cNvSpPr>
          <p:nvPr/>
        </p:nvSpPr>
        <p:spPr>
          <a:xfrm>
            <a:off x="1524000" y="24384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Clear color language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0930C0-1055-4F8C-AC60-03AA45E255F7}"/>
              </a:ext>
            </a:extLst>
          </p:cNvPr>
          <p:cNvSpPr>
            <a:spLocks noGrp="1"/>
          </p:cNvSpPr>
          <p:nvPr/>
        </p:nvSpPr>
        <p:spPr>
          <a:xfrm>
            <a:off x="1524000" y="2762250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Blue signals movement, green signals heavy actions, cyan signals air, and red signals danger.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91EF50-09B4-421A-BB91-A882F505EF23}"/>
              </a:ext>
            </a:extLst>
          </p:cNvPr>
          <p:cNvSpPr>
            <a:spLocks noGrp="1"/>
          </p:cNvSpPr>
          <p:nvPr/>
        </p:nvSpPr>
        <p:spPr>
          <a:xfrm>
            <a:off x="1524000" y="33147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Fast checkpoints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570D65-5A63-4091-BBD3-C4BEA77CC461}"/>
              </a:ext>
            </a:extLst>
          </p:cNvPr>
          <p:cNvSpPr>
            <a:spLocks noGrp="1"/>
          </p:cNvSpPr>
          <p:nvPr/>
        </p:nvSpPr>
        <p:spPr>
          <a:xfrm>
            <a:off x="1524000" y="3638550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Players return quickly to a safe place after mistakes.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09865F-3952-457D-9448-D0BC16880A4A}"/>
              </a:ext>
            </a:extLst>
          </p:cNvPr>
          <p:cNvSpPr>
            <a:spLocks noGrp="1"/>
          </p:cNvSpPr>
          <p:nvPr/>
        </p:nvSpPr>
        <p:spPr>
          <a:xfrm>
            <a:off x="1524000" y="41910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The Null as a puzzle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66BE93-EB68-47F5-BD97-7D83CDD5E3E8}"/>
              </a:ext>
            </a:extLst>
          </p:cNvPr>
          <p:cNvSpPr>
            <a:spLocks noGrp="1"/>
          </p:cNvSpPr>
          <p:nvPr/>
        </p:nvSpPr>
        <p:spPr>
          <a:xfrm>
            <a:off x="1524000" y="4514850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The enemy copies earlier player forms, so players can deliberately use its Titan form.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9EEA78-5A6B-48D7-A70C-36BAFDCB28F4}"/>
              </a:ext>
            </a:extLst>
          </p:cNvPr>
          <p:cNvSpPr>
            <a:spLocks noGrp="1"/>
          </p:cNvSpPr>
          <p:nvPr/>
        </p:nvSpPr>
        <p:spPr>
          <a:xfrm>
            <a:off x="1524000" y="50673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Energy limits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B8686-0B13-4CCD-961C-4C1DB5D8A430}"/>
              </a:ext>
            </a:extLst>
          </p:cNvPr>
          <p:cNvSpPr>
            <a:spLocks noGrp="1"/>
          </p:cNvSpPr>
          <p:nvPr/>
        </p:nvSpPr>
        <p:spPr>
          <a:xfrm>
            <a:off x="1524000" y="5391150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Shifter Energy stops players from changing form without thinking.</a:t>
            </a:r>
          </a:p>
        </p:txBody>
      </p:sp>
    </p:spTree>
    <p:extLst>
      <p:ext uri="{BB962C8B-B14F-4D97-AF65-F5344CB8AC3E}">
        <p14:creationId xmlns:p14="http://schemas.microsoft.com/office/powerpoint/2010/main" val="37241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A1019C3-1644-4D72-87FE-058578A24718}"/>
              </a:ext>
            </a:extLst>
          </p:cNvPr>
          <p:cNvSpPr>
            <a:spLocks noGrp="1"/>
          </p:cNvSpPr>
          <p:nvPr/>
        </p:nvSpPr>
        <p:spPr>
          <a:xfrm>
            <a:off x="2234381" y="41910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Development Process and Improvements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5DB2F1-28B2-462B-92FE-7FB63CCA1637}"/>
              </a:ext>
            </a:extLst>
          </p:cNvPr>
          <p:cNvSpPr>
            <a:spLocks noGrp="1"/>
          </p:cNvSpPr>
          <p:nvPr/>
        </p:nvSpPr>
        <p:spPr>
          <a:xfrm>
            <a:off x="704850" y="9048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The project improved through repeated testing and adjustment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19DB66-5455-457B-9ED2-3A2ECE7D1C28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057B3-F45F-43DB-96A1-DB27A8043166}"/>
              </a:ext>
            </a:extLst>
          </p:cNvPr>
          <p:cNvSpPr>
            <a:spLocks noGrp="1"/>
          </p:cNvSpPr>
          <p:nvPr/>
        </p:nvSpPr>
        <p:spPr>
          <a:xfrm>
            <a:off x="952500" y="1743075"/>
            <a:ext cx="142875" cy="142875"/>
          </a:xfrm>
          <a:prstGeom prst="rect">
            <a:avLst/>
          </a:prstGeom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BF081-03FD-4F29-8380-1FF3FAEE3E4B}"/>
              </a:ext>
            </a:extLst>
          </p:cNvPr>
          <p:cNvSpPr>
            <a:spLocks noGrp="1"/>
          </p:cNvSpPr>
          <p:nvPr/>
        </p:nvSpPr>
        <p:spPr>
          <a:xfrm>
            <a:off x="1009650" y="1943100"/>
            <a:ext cx="28575" cy="742950"/>
          </a:xfrm>
          <a:prstGeom prst="rect">
            <a:avLst/>
          </a:prstGeom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517FC-6BCD-40A2-83A2-E9EE6945890C}"/>
              </a:ext>
            </a:extLst>
          </p:cNvPr>
          <p:cNvSpPr>
            <a:spLocks noGrp="1"/>
          </p:cNvSpPr>
          <p:nvPr/>
        </p:nvSpPr>
        <p:spPr>
          <a:xfrm>
            <a:off x="1428750" y="166687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D286D8-BEE4-42D8-AEC0-D3E96AD6F16F}"/>
              </a:ext>
            </a:extLst>
          </p:cNvPr>
          <p:cNvSpPr>
            <a:spLocks noGrp="1"/>
          </p:cNvSpPr>
          <p:nvPr/>
        </p:nvSpPr>
        <p:spPr>
          <a:xfrm>
            <a:off x="1428750" y="2028825"/>
            <a:ext cx="8953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Defined a 2D platformer where forms solve different kinds of obstacles.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25FF3B-C62E-4651-B10B-12D8301239F3}"/>
              </a:ext>
            </a:extLst>
          </p:cNvPr>
          <p:cNvSpPr>
            <a:spLocks noGrp="1"/>
          </p:cNvSpPr>
          <p:nvPr/>
        </p:nvSpPr>
        <p:spPr>
          <a:xfrm>
            <a:off x="952500" y="2743200"/>
            <a:ext cx="142875" cy="142875"/>
          </a:xfrm>
          <a:prstGeom prst="rect">
            <a:avLst/>
          </a:prstGeom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A2684A-6B12-4C89-9B78-5B773F7F606B}"/>
              </a:ext>
            </a:extLst>
          </p:cNvPr>
          <p:cNvSpPr>
            <a:spLocks noGrp="1"/>
          </p:cNvSpPr>
          <p:nvPr/>
        </p:nvSpPr>
        <p:spPr>
          <a:xfrm>
            <a:off x="1009650" y="2943225"/>
            <a:ext cx="28575" cy="742950"/>
          </a:xfrm>
          <a:prstGeom prst="rect">
            <a:avLst/>
          </a:prstGeom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06869C-20B6-4BFF-BF33-868F71BE0DDB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D08E5-BD77-4F8D-A576-96829DEB9C75}"/>
              </a:ext>
            </a:extLst>
          </p:cNvPr>
          <p:cNvSpPr>
            <a:spLocks noGrp="1"/>
          </p:cNvSpPr>
          <p:nvPr/>
        </p:nvSpPr>
        <p:spPr>
          <a:xfrm>
            <a:off x="1428750" y="3028950"/>
            <a:ext cx="8953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Built movement, jumping, form shifting, platforms, hazards, and the first level.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D27B37-B30A-4C33-9FD8-61CE882EB076}"/>
              </a:ext>
            </a:extLst>
          </p:cNvPr>
          <p:cNvSpPr>
            <a:spLocks noGrp="1"/>
          </p:cNvSpPr>
          <p:nvPr/>
        </p:nvSpPr>
        <p:spPr>
          <a:xfrm>
            <a:off x="952500" y="3743325"/>
            <a:ext cx="142875" cy="142875"/>
          </a:xfrm>
          <a:prstGeom prst="rect">
            <a:avLst/>
          </a:prstGeom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121ECB-ED9E-4239-B31D-34FA89ACA027}"/>
              </a:ext>
            </a:extLst>
          </p:cNvPr>
          <p:cNvSpPr>
            <a:spLocks noGrp="1"/>
          </p:cNvSpPr>
          <p:nvPr/>
        </p:nvSpPr>
        <p:spPr>
          <a:xfrm>
            <a:off x="1009650" y="3943350"/>
            <a:ext cx="28575" cy="742950"/>
          </a:xfrm>
          <a:prstGeom prst="rect">
            <a:avLst/>
          </a:prstGeom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B62057-3A4D-41FC-92BB-1A74B7D7D29B}"/>
              </a:ext>
            </a:extLst>
          </p:cNvPr>
          <p:cNvSpPr>
            <a:spLocks noGrp="1"/>
          </p:cNvSpPr>
          <p:nvPr/>
        </p:nvSpPr>
        <p:spPr>
          <a:xfrm>
            <a:off x="1428750" y="366712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Iteration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055748-DCEA-4E05-995A-C61C7AC17C90}"/>
              </a:ext>
            </a:extLst>
          </p:cNvPr>
          <p:cNvSpPr>
            <a:spLocks noGrp="1"/>
          </p:cNvSpPr>
          <p:nvPr/>
        </p:nvSpPr>
        <p:spPr>
          <a:xfrm>
            <a:off x="1428750" y="4029075"/>
            <a:ext cx="8953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Added six distinct level goals, moving-platform carry, checkpoints, quests, coins, and the Null puzzle.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CE939E-C8BE-4858-81C6-418C528D251A}"/>
              </a:ext>
            </a:extLst>
          </p:cNvPr>
          <p:cNvSpPr>
            <a:spLocks noGrp="1"/>
          </p:cNvSpPr>
          <p:nvPr/>
        </p:nvSpPr>
        <p:spPr>
          <a:xfrm>
            <a:off x="952500" y="4743450"/>
            <a:ext cx="142875" cy="142875"/>
          </a:xfrm>
          <a:prstGeom prst="rect">
            <a:avLst/>
          </a:prstGeom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846948-358A-492A-A881-6F1E14D424F9}"/>
              </a:ext>
            </a:extLst>
          </p:cNvPr>
          <p:cNvSpPr>
            <a:spLocks noGrp="1"/>
          </p:cNvSpPr>
          <p:nvPr/>
        </p:nvSpPr>
        <p:spPr>
          <a:xfrm>
            <a:off x="1428750" y="46672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1725" b="1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Polish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C54681-7745-453B-ACE9-2547CE369285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8953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Improved the HUD, transformation effects, health rules, energy rules, feedback, sound, and music.</a:t>
            </a:r>
          </a:p>
        </p:txBody>
      </p:sp>
    </p:spTree>
    <p:extLst>
      <p:ext uri="{BB962C8B-B14F-4D97-AF65-F5344CB8AC3E}">
        <p14:creationId xmlns:p14="http://schemas.microsoft.com/office/powerpoint/2010/main" val="204225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D42579C-B2DB-49F2-B85E-0909BB642898}"/>
              </a:ext>
            </a:extLst>
          </p:cNvPr>
          <p:cNvSpPr>
            <a:spLocks noGrp="1"/>
          </p:cNvSpPr>
          <p:nvPr/>
        </p:nvSpPr>
        <p:spPr>
          <a:xfrm>
            <a:off x="2886075" y="36195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Gameplay Screenshots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1ACFAE-7E98-4B79-9BE9-A8D789B898E2}"/>
              </a:ext>
            </a:extLst>
          </p:cNvPr>
          <p:cNvSpPr>
            <a:spLocks noGrp="1"/>
          </p:cNvSpPr>
          <p:nvPr/>
        </p:nvSpPr>
        <p:spPr>
          <a:xfrm>
            <a:off x="704850" y="9048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Examples of the level view and the live HUD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5D46E6-19E4-4D8E-B88A-3410CCE90C2F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ln w="0">
            <a:noFill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l="1810" r="1810"/>
          <a:stretch>
            <a:fillRect/>
          </a:stretch>
        </p:blipFill>
        <p:spPr>
          <a:xfrm>
            <a:off x="685800" y="1524000"/>
            <a:ext cx="7429500" cy="4191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CB9E0A-FA7C-4C2E-BC99-23FBBBDBF4E7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7429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>
              <a:defRPr sz="150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EF8FF"/>
                </a:solidFill>
                <a:latin typeface="Arial"/>
                <a:ea typeface="Arial"/>
                <a:cs typeface="Arial"/>
              </a:rPr>
              <a:t>Gameplay 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AA139-BB07-4EE7-96CD-06F693825772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The player moves through platforms, gaps, hazards, a cracked wall, and collectible objectives.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 l="11717" r="11717"/>
          <a:stretch>
            <a:fillRect/>
          </a:stretch>
        </p:blipFill>
        <p:spPr>
          <a:xfrm>
            <a:off x="8477250" y="2524125"/>
            <a:ext cx="3028950" cy="1143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07F832-0229-43CC-A0C0-3B9C1F4AACF7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30289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333" lnSpcReduction="20000"/>
          </a:bodyPr>
          <a:lstStyle/>
          <a:p>
            <a:pPr>
              <a:defRPr sz="1500" b="1" i="0">
                <a:solidFill>
                  <a:srgbClr val="38E6D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8E6D8"/>
                </a:solidFill>
                <a:latin typeface="Arial"/>
                <a:ea typeface="Arial"/>
                <a:cs typeface="Arial"/>
              </a:rPr>
              <a:t>Live HUD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6DC032-5E64-4DE8-8C46-09EB719876FE}"/>
              </a:ext>
            </a:extLst>
          </p:cNvPr>
          <p:cNvSpPr>
            <a:spLocks noGrp="1"/>
          </p:cNvSpPr>
          <p:nvPr/>
        </p:nvSpPr>
        <p:spPr>
          <a:xfrm>
            <a:off x="8524875" y="4305300"/>
            <a:ext cx="29337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FEFF"/>
                </a:solidFill>
                <a:latin typeface="Arial"/>
                <a:ea typeface="Arial"/>
                <a:cs typeface="Arial"/>
              </a:rPr>
              <a:t>Health and Shifter Energy change during play. Form icons show the currently selected form.</a:t>
            </a:r>
          </a:p>
        </p:txBody>
      </p:sp>
    </p:spTree>
    <p:extLst>
      <p:ext uri="{BB962C8B-B14F-4D97-AF65-F5344CB8AC3E}">
        <p14:creationId xmlns:p14="http://schemas.microsoft.com/office/powerpoint/2010/main" val="185378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65B25A-EB17-4E2D-96FA-7274F5BA5FB9}"/>
              </a:ext>
            </a:extLst>
          </p:cNvPr>
          <p:cNvSpPr>
            <a:spLocks noGrp="1"/>
          </p:cNvSpPr>
          <p:nvPr/>
        </p:nvSpPr>
        <p:spPr>
          <a:xfrm>
            <a:off x="3340510" y="47625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AI Usage Disclosure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F0C74-EAA4-443E-8272-EDD3B05E80ED}"/>
              </a:ext>
            </a:extLst>
          </p:cNvPr>
          <p:cNvSpPr>
            <a:spLocks noGrp="1"/>
          </p:cNvSpPr>
          <p:nvPr/>
        </p:nvSpPr>
        <p:spPr>
          <a:xfrm>
            <a:off x="704850" y="9048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 i="0">
                <a:solidFill>
                  <a:srgbClr val="B6D7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6D7DD"/>
                </a:solidFill>
                <a:latin typeface="Arial"/>
                <a:ea typeface="Arial"/>
                <a:cs typeface="Arial"/>
              </a:rPr>
              <a:t>A clear record of how AI supported the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9C98A5-AB1D-43A1-BAFB-9BB36DB1B709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820400" cy="19050"/>
          </a:xfrm>
          <a:prstGeom prst="rect">
            <a:avLst/>
          </a:prstGeom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BC3374-244D-4C78-98A0-2BFD5B8147E2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33" lnSpcReduction="20000"/>
          </a:bodyPr>
          <a:lstStyle/>
          <a:p>
            <a:pPr>
              <a:defRPr sz="1875" b="1" i="0">
                <a:solidFill>
                  <a:srgbClr val="FFE080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AI tools were used during development.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AF7689-5E7E-4E38-8719-7EC6B096DE7B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98583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818"/>
          </a:bodyPr>
          <a:lstStyle/>
          <a:p>
            <a:pPr>
              <a:defRPr sz="1425" b="0" i="0">
                <a:solidFill>
                  <a:srgbClr val="F3FEFF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The student remained responsible for the game concept, art selection, level decisions, testing, feedback, and final approval.</a:t>
            </a:r>
          </a:p>
        </p:txBody>
      </p:sp>
      <p:graphicFrame>
        <p:nvGraphicFramePr>
          <p:cNvPr id="15" name="Table 14"/>
          <p:cNvGraphicFramePr/>
          <p:nvPr>
            <p:extLst>
              <p:ext uri="{D42A27DB-BD31-4B8C-83A1-F6EECF244321}">
                <p14:modId xmlns:p14="http://schemas.microsoft.com/office/powerpoint/2010/main" val="4097792907"/>
              </p:ext>
            </p:extLst>
          </p:nvPr>
        </p:nvGraphicFramePr>
        <p:xfrm>
          <a:off x="476250" y="2552700"/>
          <a:ext cx="10820400" cy="2944178"/>
        </p:xfrm>
        <a:graphic>
          <a:graphicData uri="http://schemas.openxmlformats.org/drawingml/2006/table">
            <a:tbl>
              <a:tblPr firstRow="1"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131D"/>
                          </a:solidFill>
                          <a:latin typeface="Arial"/>
                          <a:ea typeface="Arial"/>
                          <a:cs typeface="Arial"/>
                        </a:rPr>
                        <a:t>AI tool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>
                          <a:solidFill>
                            <a:srgbClr val="07131D"/>
                          </a:solidFill>
                          <a:latin typeface="Arial"/>
                          <a:ea typeface="Arial"/>
                          <a:cs typeface="Arial"/>
                        </a:rPr>
                        <a:t>Purpose of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131D"/>
                          </a:solidFill>
                          <a:latin typeface="Arial"/>
                          <a:ea typeface="Arial"/>
                          <a:cs typeface="Arial"/>
                        </a:rPr>
                        <a:t>AI-generated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>
                          <a:solidFill>
                            <a:srgbClr val="07131D"/>
                          </a:solidFill>
                          <a:latin typeface="Arial"/>
                          <a:ea typeface="Arial"/>
                          <a:cs typeface="Arial"/>
                        </a:rPr>
                        <a:t>Student contribution or modification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F3FEFF"/>
                          </a:solidFill>
                          <a:latin typeface="Arial"/>
                          <a:ea typeface="Arial"/>
                          <a:cs typeface="Arial"/>
                        </a:rPr>
                        <a:t>Codex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F3FEFF"/>
                          </a:solidFill>
                          <a:latin typeface="Arial"/>
                          <a:ea typeface="Arial"/>
                          <a:cs typeface="Arial"/>
                        </a:rPr>
                        <a:t>Code organization, debugging help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25" dirty="0">
                          <a:solidFill>
                            <a:srgbClr val="F3FEFF"/>
                          </a:solidFill>
                          <a:latin typeface="Arial"/>
                          <a:ea typeface="Arial"/>
                          <a:cs typeface="Arial"/>
                        </a:rPr>
                        <a:t>Code suggestions, s</a:t>
                      </a:r>
                      <a:r>
                        <a:rPr sz="1125" dirty="0">
                          <a:solidFill>
                            <a:srgbClr val="F3FEFF"/>
                          </a:solidFill>
                          <a:latin typeface="Arial"/>
                          <a:ea typeface="Arial"/>
                          <a:cs typeface="Arial"/>
                        </a:rPr>
                        <a:t>tructural edits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Shift-breaker was designed and developed by me. I created the game idea, chose the art style, planned the levels, decided the gameplay rules, tested the game, and gave feedback to improve it. I used AI as a helper for coding support, organizing files, fixing bugs, and suggesting ways to improve features. I reviewed, selected, changed, and tested all AI-assisted work myself.</a:t>
                      </a:r>
                      <a:endParaRPr sz="1125" dirty="0">
                        <a:solidFill>
                          <a:schemeClr val="bg2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95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455451-4104-E651-6C4C-115BFCCED7FC}"/>
              </a:ext>
            </a:extLst>
          </p:cNvPr>
          <p:cNvSpPr>
            <a:spLocks noGrp="1"/>
          </p:cNvSpPr>
          <p:nvPr/>
        </p:nvSpPr>
        <p:spPr>
          <a:xfrm>
            <a:off x="3619500" y="309835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 i="0">
                <a:solidFill>
                  <a:srgbClr val="8EF8FF"/>
                </a:solidFill>
                <a:latin typeface="Arial"/>
                <a:ea typeface="Arial"/>
                <a:cs typeface="Arial"/>
              </a:defRPr>
            </a:pPr>
            <a:r>
              <a:rPr lang="en-US" sz="3200" b="1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Gam</a:t>
            </a:r>
            <a:r>
              <a:rPr sz="3200" b="1" i="0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e</a:t>
            </a:r>
            <a:r>
              <a:rPr lang="en-US" sz="3200" b="1" i="0" dirty="0">
                <a:gradFill>
                  <a:gsLst>
                    <a:gs pos="100000">
                      <a:srgbClr val="651E2B"/>
                    </a:gs>
                    <a:gs pos="75000">
                      <a:srgbClr val="3B242C"/>
                    </a:gs>
                    <a:gs pos="50000">
                      <a:srgbClr val="18242A"/>
                    </a:gs>
                    <a:gs pos="25000">
                      <a:srgbClr val="0C5557"/>
                    </a:gs>
                    <a:gs pos="0">
                      <a:srgbClr val="063C3F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 Link</a:t>
            </a:r>
            <a:endParaRPr sz="3200" b="1" i="0" dirty="0">
              <a:gradFill>
                <a:gsLst>
                  <a:gs pos="100000">
                    <a:srgbClr val="651E2B"/>
                  </a:gs>
                  <a:gs pos="75000">
                    <a:srgbClr val="3B242C"/>
                  </a:gs>
                  <a:gs pos="50000">
                    <a:srgbClr val="18242A"/>
                  </a:gs>
                  <a:gs pos="25000">
                    <a:srgbClr val="0C5557"/>
                  </a:gs>
                  <a:gs pos="0">
                    <a:srgbClr val="063C3F"/>
                  </a:gs>
                </a:gsLst>
                <a:lin ang="0" scaled="1"/>
              </a:gra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FBEDC-85AC-6ED4-FA4B-75E0E41720EB}"/>
              </a:ext>
            </a:extLst>
          </p:cNvPr>
          <p:cNvSpPr txBox="1"/>
          <p:nvPr/>
        </p:nvSpPr>
        <p:spPr>
          <a:xfrm>
            <a:off x="2989006" y="1978430"/>
            <a:ext cx="64892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 err="1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Shiftbreaker</a:t>
            </a:r>
            <a:endParaRPr lang="en-US" sz="9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7417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629</Words>
  <Application>Microsoft Office PowerPoint</Application>
  <DocSecurity>0</DocSecurity>
  <PresentationFormat>Widescreen</PresentationFormat>
  <Paragraphs>85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Khushbu Bansal</cp:lastModifiedBy>
  <cp:revision>1</cp:revision>
  <dcterms:created xsi:type="dcterms:W3CDTF">2026-09-07T11:30:13Z</dcterms:created>
  <dcterms:modified xsi:type="dcterms:W3CDTF">2026-09-10T11:04:57Z</dcterms:modified>
</cp:coreProperties>
</file>